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5bc44560ae4d1a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096d9d2fdbc1411c"/>
    <p:sldId xmlns:r="http://schemas.openxmlformats.org/officeDocument/2006/relationships" id="257" r:id="R1ee6177da192480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096d9d2fdbc1411c" /><Relationship Type="http://schemas.openxmlformats.org/officeDocument/2006/relationships/slide" Target="/ppt/slides/slide2.xml" Id="R1ee6177da19248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Q3 results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Next steps</a:t>
            </a:r>
          </a:p>
        </p:txBody>
      </p:sp>
    </p:spTree>
  </p:cSld>
</p:sld>
</file>