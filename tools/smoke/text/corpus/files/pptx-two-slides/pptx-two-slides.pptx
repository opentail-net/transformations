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e8e393f31a964b72" /></Relationships>
</file>

<file path=ppt/presentation.xml><?xml version="1.0" encoding="utf-8"?>
<p:presentation xmlns:p="http://schemas.openxmlformats.org/presentationml/2006/main">
  <p:sldIdLst>
    <p:sldId xmlns:r="http://schemas.openxmlformats.org/officeDocument/2006/relationships" id="256" r:id="R01962abfb66744bc"/>
    <p:sldId xmlns:r="http://schemas.openxmlformats.org/officeDocument/2006/relationships" id="257" r:id="Rab1bc094a4f341e5"/>
  </p:sldIdLst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/ppt/slides/slide1.xml" Id="R01962abfb66744bc" /><Relationship Type="http://schemas.openxmlformats.org/officeDocument/2006/relationships/slide" Target="/ppt/slides/slide2.xml" Id="Rab1bc094a4f341e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"/>
          <p:cNvSpPr/>
          <p:nvPr/>
        </p:nvSpPr>
        <p:spPr/>
        <p:txBody>
          <a:bodyPr xmlns:a="http://schemas.openxmlformats.org/drawingml/2006/main"/>
          <a:p xmlns:a="http://schemas.openxmlformats.org/drawingml/2006/main">
            <a:r>
              <a:t>SMOKE-PPTX-001 agenda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"/>
          <p:cNvSpPr/>
          <p:nvPr/>
        </p:nvSpPr>
        <p:spPr/>
        <p:txBody>
          <a:bodyPr xmlns:a="http://schemas.openxmlformats.org/drawingml/2006/main"/>
          <a:p xmlns:a="http://schemas.openxmlformats.org/drawingml/2006/main">
            <a:r>
              <a:t>SMOKE-PPTX-002 results</a:t>
            </a:r>
          </a:p>
        </p:txBody>
      </p:sp>
    </p:spTree>
  </p:cSld>
</p:sld>
</file>